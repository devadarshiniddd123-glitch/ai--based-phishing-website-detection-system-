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8f3c68_0_0:notes"/>
          <p:cNvSpPr/>
          <p:nvPr>
            <p:ph idx="2" type="sldImg"/>
          </p:nvPr>
        </p:nvSpPr>
        <p:spPr>
          <a:xfrm>
            <a:off x="1210464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8f3c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b4cc8022255807_4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b4cc8022255807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b4cc8022255807_9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b4cc802225580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b4cc8022255807_18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b4cc802225580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b4cc8022255807_23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b4cc8022255807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b4cc8022255807_28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b4cc8022255807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b4cc8022255807_33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b4cc8022255807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b4cc8022255807_38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b4cc8022255807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4036d671888425_1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4036d67188842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4036d671888425_7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4036d671888425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4036d671888425_12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4036d67188842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4036d671888425_17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4036d671888425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4036d671888425_23:notes"/>
          <p:cNvSpPr/>
          <p:nvPr>
            <p:ph idx="2" type="sldImg"/>
          </p:nvPr>
        </p:nvSpPr>
        <p:spPr>
          <a:xfrm>
            <a:off x="1210546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4036d671888425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51"/>
            <a:ext cx="10058400" cy="258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706128" y="5436222"/>
            <a:ext cx="429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63970" y="2860987"/>
            <a:ext cx="8930400" cy="2301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63970" y="5803632"/>
            <a:ext cx="8930400" cy="11901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706128" y="5436222"/>
            <a:ext cx="429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63970" y="2860987"/>
            <a:ext cx="8930400" cy="2301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400"/>
              <a:buNone/>
              <a:defRPr sz="7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7624613"/>
            <a:ext cx="10058400" cy="14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42870" y="1770418"/>
            <a:ext cx="93726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42870" y="1770531"/>
            <a:ext cx="43998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5315640" y="1770531"/>
            <a:ext cx="43998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539275" y="795373"/>
            <a:ext cx="61644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700"/>
              <a:buNone/>
              <a:defRPr sz="67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5029200" y="-38"/>
            <a:ext cx="5029200" cy="777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532643" y="6793200"/>
            <a:ext cx="755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92050" y="2088884"/>
            <a:ext cx="4449600" cy="20145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None/>
              <a:defRPr sz="5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92050" y="4184268"/>
            <a:ext cx="4449600" cy="20331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5433450" y="1094347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●"/>
              <a:defRPr>
                <a:solidFill>
                  <a:schemeClr val="accent1"/>
                </a:solidFill>
              </a:defRPr>
            </a:lvl1pPr>
            <a:lvl2pPr indent="-336550" lvl="1" marL="91440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  <a:defRPr>
                <a:solidFill>
                  <a:schemeClr val="accent1"/>
                </a:solidFill>
              </a:defRPr>
            </a:lvl2pPr>
            <a:lvl3pPr indent="-336550" lvl="2" marL="137160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  <a:defRPr>
                <a:solidFill>
                  <a:schemeClr val="accent1"/>
                </a:solidFill>
              </a:defRPr>
            </a:lvl3pPr>
            <a:lvl4pPr indent="-336550" lvl="3" marL="182880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  <a:defRPr>
                <a:solidFill>
                  <a:schemeClr val="accent1"/>
                </a:solidFill>
              </a:defRPr>
            </a:lvl4pPr>
            <a:lvl5pPr indent="-336550" lvl="4" marL="228600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  <a:defRPr>
                <a:solidFill>
                  <a:schemeClr val="accent1"/>
                </a:solidFill>
              </a:defRPr>
            </a:lvl5pPr>
            <a:lvl6pPr indent="-336550" lvl="5" marL="274320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  <a:defRPr>
                <a:solidFill>
                  <a:schemeClr val="accent1"/>
                </a:solidFill>
              </a:defRPr>
            </a:lvl6pPr>
            <a:lvl7pPr indent="-336550" lvl="6" marL="320040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  <a:defRPr>
                <a:solidFill>
                  <a:schemeClr val="accent1"/>
                </a:solidFill>
              </a:defRPr>
            </a:lvl7pPr>
            <a:lvl8pPr indent="-336550" lvl="7" marL="365760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○"/>
              <a:defRPr>
                <a:solidFill>
                  <a:schemeClr val="accent1"/>
                </a:solidFill>
              </a:defRPr>
            </a:lvl8pPr>
            <a:lvl9pPr indent="-336550" lvl="8" marL="411480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17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42870" y="1571027"/>
            <a:ext cx="9372600" cy="3183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300"/>
              <a:buNone/>
              <a:defRPr b="1" sz="173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42870" y="4878509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200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200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200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2000"/>
              </a:spcBef>
              <a:spcAft>
                <a:spcPts val="200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Old Standard TT"/>
              <a:buNone/>
              <a:defRPr sz="3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70418"/>
            <a:ext cx="9372600" cy="5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ld Standard TT"/>
              <a:buChar char="●"/>
              <a:defRPr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3655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○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3655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■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3655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●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3655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○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3655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■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3655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●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3655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ld Standard TT"/>
              <a:buChar char="○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3655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1"/>
              </a:buClr>
              <a:buSzPts val="1700"/>
              <a:buFont typeface="Old Standard TT"/>
              <a:buChar char="■"/>
              <a:defRPr sz="17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>
            <a:lvl1pPr lvl="0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675000" y="661500"/>
            <a:ext cx="8708400" cy="6449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675000" y="661500"/>
            <a:ext cx="8708400" cy="2877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>
            <p:ph idx="4294967295" type="title"/>
          </p:nvPr>
        </p:nvSpPr>
        <p:spPr>
          <a:xfrm>
            <a:off x="1011450" y="-1721450"/>
            <a:ext cx="8035500" cy="42552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AI-Based Phishing Website Detection App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>
            <p:ph idx="4294967295" type="body"/>
          </p:nvPr>
        </p:nvSpPr>
        <p:spPr>
          <a:xfrm>
            <a:off x="1011450" y="3886190"/>
            <a:ext cx="8035500" cy="2497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• Presented by : Devadarshini D (25105051)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• Department : CSE - A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• College : Rathinam Technical Campus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• Technology : Python + Machine Learning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13"/>
          <p:cNvSpPr txBox="1"/>
          <p:nvPr/>
        </p:nvSpPr>
        <p:spPr>
          <a:xfrm flipH="1" rot="10800000">
            <a:off x="4161800" y="2107150"/>
            <a:ext cx="31314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AI-powered approach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for safer browsing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132850" y="2533750"/>
            <a:ext cx="70242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An AI-powered approach for safer browsing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Introduction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685795" y="1925355"/>
            <a:ext cx="93726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Phishing websites are fake websites designed to steal sensitive information.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Users may unknowingly share passwords, banking details, or personal information.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Phishing URLs can look very similar to genuine URLs.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Our application helps users check a website before accessing it.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The app uses AI and Machine Learning to analyze URLs.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Problem Statement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69925" y="1599175"/>
            <a:ext cx="85185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Problem: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Users may find it difficult to identify whether a website is genuine or phishing.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Proposed Solution: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Develop an application that allows users to: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1197000" y="3886200"/>
            <a:ext cx="7664400" cy="18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Enter or paste a website URL.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Scan the URL.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Analyze its characteristics using AI.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Get an instant Legitimate / Phishing result.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Objectives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569675" y="1917954"/>
            <a:ext cx="89190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Develop a simple and user-friendly phishing detection app.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Detect suspicious URLs automatically.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 Machine Learning for URL classification.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Provide quick and understandable results.</a:t>
            </a:r>
            <a:endParaRPr sz="2400"/>
          </a:p>
          <a:p>
            <a:pPr indent="-3810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Help users avoid potentially harmful websites.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App Features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681275" y="1960077"/>
            <a:ext cx="8695800" cy="46050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🔍 URL Scanner - Enter or paste a website URL.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🤖 AI Detection - Analyzes URL features using a trained ML model.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🟢 Legitimate Result-Indicates that the URL appears legitimate.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🔴 Phishing Alert - Warns the user when the URL is classified as phishing.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"/>
              <a:t>📊 Risk Information - Displays suspicious characteristics detected in the URL.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How the App Works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75" y="1599182"/>
            <a:ext cx="8926608" cy="586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42870" y="672473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AI / ML Features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42875" y="1599167"/>
            <a:ext cx="9372600" cy="56958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application analyzes different URL characteristics: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URL length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HTTPS availability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Number of dots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Number of special characters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Number of subdomains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IP address usage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Suspicious keywords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     • @ symbol usage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"/>
              <a:t>These features are provided to the Machine Learning model for prediction.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Technology Stack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650" y="1599175"/>
            <a:ext cx="8199101" cy="540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App Screen Design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42870" y="1770418"/>
            <a:ext cx="93726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62" y="1770425"/>
            <a:ext cx="9133876" cy="5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Advantages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774150" y="1770425"/>
            <a:ext cx="89412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Easy to use.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Fast URL analysis.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AI-based detection.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User-friendly interface.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Provides phishing warnings.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Helps users make safer browsing decisions.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Can be improved with additional training data.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Future Enhancement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1088400" y="1770425"/>
            <a:ext cx="86271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📷 QR-code URL scanning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🌐 Browser extension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🔔 Real-time phishing alerts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📜 Scan history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📊 Detailed risk analysis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☁️ Cloud-based ML model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/>
              <a:t>🔄 Automatic model updates</a:t>
            </a:r>
            <a:endParaRPr/>
          </a:p>
          <a:p>
            <a:pPr indent="0" lvl="0" marL="0" rtl="0" algn="l">
              <a:spcBef>
                <a:spcPts val="2000"/>
              </a:spcBef>
              <a:spcAft>
                <a:spcPts val="2000"/>
              </a:spcAft>
              <a:buNone/>
            </a:pPr>
            <a:r>
              <a:rPr lang="en"/>
              <a:t>📱 Mobile application</a:t>
            </a:r>
            <a:endParaRPr/>
          </a:p>
        </p:txBody>
      </p:sp>
      <p:sp>
        <p:nvSpPr>
          <p:cNvPr id="127" name="Google Shape;127;p23"/>
          <p:cNvSpPr txBox="1"/>
          <p:nvPr/>
        </p:nvSpPr>
        <p:spPr>
          <a:xfrm>
            <a:off x="4742400" y="2134875"/>
            <a:ext cx="41634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42870" y="672482"/>
            <a:ext cx="9372600" cy="926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Lora"/>
                <a:ea typeface="Lora"/>
                <a:cs typeface="Lora"/>
                <a:sym typeface="Lora"/>
              </a:rPr>
              <a:t>Conclusion</a:t>
            </a:r>
            <a:endParaRPr b="1" sz="48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42870" y="1770418"/>
            <a:ext cx="9372600" cy="5133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AI-Based Phishing Website Detection App provides a simple way to analyze suspicious URLs.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"/>
              <a:t>The application combines Python, Machine Learning and Cybersecurity to classify URLs as legitimate or phishing and provide users with an early warning.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563995" y="2340086"/>
            <a:ext cx="8930400" cy="2301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39" name="Google Shape;139;p25"/>
          <p:cNvSpPr txBox="1"/>
          <p:nvPr/>
        </p:nvSpPr>
        <p:spPr>
          <a:xfrm>
            <a:off x="3262502" y="5576289"/>
            <a:ext cx="67959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..</a:t>
            </a:r>
            <a:endParaRPr sz="2200">
              <a:solidFill>
                <a:schemeClr val="lt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